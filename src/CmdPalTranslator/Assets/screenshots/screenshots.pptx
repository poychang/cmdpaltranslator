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56" r:id="rId5"/>
  </p:sldIdLst>
  <p:sldSz cx="1301115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74" d="100"/>
          <a:sy n="174" d="100"/>
        </p:scale>
        <p:origin x="408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EB2E-7EF1-4B1D-B42E-16807C5F4945}" type="datetimeFigureOut">
              <a:rPr lang="zh-TW" altLang="en-US" smtClean="0"/>
              <a:t>2026/06/10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4C1A9-FC62-4B8E-A968-74C322275C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02589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010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4517" y="389467"/>
            <a:ext cx="11222117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4517" y="1947333"/>
            <a:ext cx="11222117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4516" y="6780107"/>
            <a:ext cx="2927509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DEB2E-7EF1-4B1D-B42E-16807C5F4945}" type="datetimeFigureOut">
              <a:rPr lang="zh-TW" altLang="en-US" smtClean="0"/>
              <a:t>2026/06/10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9944" y="6780107"/>
            <a:ext cx="4391263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9125" y="6780107"/>
            <a:ext cx="2927509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4C1A9-FC62-4B8E-A968-74C322275C8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076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75390" rtl="0" eaLnBrk="1" latinLnBrk="0" hangingPunct="1">
        <a:lnSpc>
          <a:spcPct val="90000"/>
        </a:lnSpc>
        <a:spcBef>
          <a:spcPct val="0"/>
        </a:spcBef>
        <a:buNone/>
        <a:defRPr sz="4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848" indent="-243848" algn="l" defTabSz="975390" rtl="0" eaLnBrk="1" latinLnBrk="0" hangingPunct="1">
        <a:lnSpc>
          <a:spcPct val="90000"/>
        </a:lnSpc>
        <a:spcBef>
          <a:spcPts val="1067"/>
        </a:spcBef>
        <a:buFont typeface="Arial" panose="020B0604020202020204" pitchFamily="34" charset="0"/>
        <a:buChar char="•"/>
        <a:defRPr sz="2987" kern="1200">
          <a:solidFill>
            <a:schemeClr val="tx1"/>
          </a:solidFill>
          <a:latin typeface="+mn-lt"/>
          <a:ea typeface="+mn-ea"/>
          <a:cs typeface="+mn-cs"/>
        </a:defRPr>
      </a:lvl1pPr>
      <a:lvl2pPr marL="73154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38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706933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19462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68232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170019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657714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145410" indent="-243848" algn="l" defTabSz="975390" rtl="0" eaLnBrk="1" latinLnBrk="0" hangingPunct="1">
        <a:lnSpc>
          <a:spcPct val="90000"/>
        </a:lnSpc>
        <a:spcBef>
          <a:spcPts val="533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1pPr>
      <a:lvl2pPr marL="487695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75390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3pPr>
      <a:lvl4pPr marL="146308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195078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2438476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2926171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3413867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3901562" algn="l" defTabSz="975390" rtl="0" eaLnBrk="1" latinLnBrk="0" hangingPunct="1"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3595D4E-799B-9408-A4AC-5338D2136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804" y="585359"/>
            <a:ext cx="10145541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52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5D23C00-1748-CA3D-366C-A778E1F9C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567" y="590122"/>
            <a:ext cx="10136015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75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8728F75-7691-966F-1AE5-2A0A9BD3D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094" y="599648"/>
            <a:ext cx="10116962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93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DC74BAB6-282E-1EC9-39A3-4ABF551B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183" y="252707"/>
            <a:ext cx="9366785" cy="680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59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4a3cdd7-06d5-4105-9618-e3258fd622b0}" enabled="1" method="Standard" siteId="{f43a2d89-bcd5-425f-981c-f7231bcd446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0</Words>
  <Application>Microsoft Office PowerPoint</Application>
  <PresentationFormat>自訂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Poy Chang</dc:creator>
  <cp:lastModifiedBy>Poy Chang</cp:lastModifiedBy>
  <cp:revision>2</cp:revision>
  <dcterms:created xsi:type="dcterms:W3CDTF">2026-06-09T03:13:54Z</dcterms:created>
  <dcterms:modified xsi:type="dcterms:W3CDTF">2026-06-10T00:50:01Z</dcterms:modified>
</cp:coreProperties>
</file>