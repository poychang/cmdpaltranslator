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301115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30" y="5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EB2E-7EF1-4B1D-B42E-16807C5F4945}" type="datetimeFigureOut">
              <a:rPr lang="zh-TW" altLang="en-US" smtClean="0"/>
              <a:t>2026/06/09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4C1A9-FC62-4B8E-A968-74C322275C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02589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4517" y="389467"/>
            <a:ext cx="11222117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4517" y="1947333"/>
            <a:ext cx="11222117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4516" y="6780107"/>
            <a:ext cx="2927509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7DEB2E-7EF1-4B1D-B42E-16807C5F4945}" type="datetimeFigureOut">
              <a:rPr lang="zh-TW" altLang="en-US" smtClean="0"/>
              <a:t>2026/06/09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9944" y="6780107"/>
            <a:ext cx="4391263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89125" y="6780107"/>
            <a:ext cx="2927509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94C1A9-FC62-4B8E-A968-74C322275C8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076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DC74BAB6-282E-1EC9-39A3-4ABF551B7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36" y="4252"/>
            <a:ext cx="10050278" cy="7306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59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3595D4E-799B-9408-A4AC-5338D213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804" y="585359"/>
            <a:ext cx="10145541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520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95D23C00-1748-CA3D-366C-A778E1F9C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567" y="590122"/>
            <a:ext cx="10136015" cy="613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75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78728F75-7691-966F-1AE5-2A0A9BD3D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094" y="599648"/>
            <a:ext cx="10116962" cy="611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93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4a3cdd7-06d5-4105-9618-e3258fd622b0}" enabled="1" method="Standard" siteId="{f43a2d89-bcd5-425f-981c-f7231bcd446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0</Words>
  <Application>Microsoft Office PowerPoint</Application>
  <PresentationFormat>自訂</PresentationFormat>
  <Paragraphs>0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Poy Chang</dc:creator>
  <cp:lastModifiedBy>Poy Chang</cp:lastModifiedBy>
  <cp:revision>1</cp:revision>
  <dcterms:created xsi:type="dcterms:W3CDTF">2026-06-09T03:13:54Z</dcterms:created>
  <dcterms:modified xsi:type="dcterms:W3CDTF">2026-06-09T03:19:04Z</dcterms:modified>
</cp:coreProperties>
</file>